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CPC Hub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構成設計の概要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Collective Predictive Coding 研究のためのバイリンガル・ハブ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5034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 設計レビュー  /  2026-05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  背景と PoC のゴール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  技術スタック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  データモデル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  サイト構造と機能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  コンテンツフロー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   自動化と次のステップ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全体アーキテクチャ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B5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INPUT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06040" y="10058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B5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STORAGE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B5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86600" y="10058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B5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B57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173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Notion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(編集者)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B57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574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arxiv_monitor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(自動発見)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B57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97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 Form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(外部貢献)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1417320"/>
            <a:ext cx="1874520" cy="1783080"/>
          </a:xfrm>
          <a:prstGeom prst="roundRect">
            <a:avLst>
              <a:gd name="adj" fmla="val 3077"/>
            </a:avLst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417320"/>
            <a:ext cx="1874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content/*.md
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papers / labs / events
</a:t>
            </a:r>
            <a:endParaRPr lang="en-US" sz="13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E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(一次データ)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B57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4173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Astro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(SSG)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05740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B57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0574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Tailwind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i18n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69748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B57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97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全文検索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(クライアント)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86600" y="14173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F0F4FA"/>
          </a:solidFill>
          <a:ln w="15875">
            <a:solidFill>
              <a:srgbClr val="2B57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14173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/en/  /ja/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(Vercel)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86600" y="205740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B57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20574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共有ボタン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(訪問者起点)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86600" y="269748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B57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2697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 半自動投稿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(週次)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40280" y="1668780"/>
            <a:ext cx="365760" cy="640080"/>
          </a:xfrm>
          <a:prstGeom prst="line">
            <a:avLst/>
          </a:prstGeom>
          <a:noFill/>
          <a:ln w="15875">
            <a:solidFill>
              <a:srgbClr val="88888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2240280" y="2308860"/>
            <a:ext cx="365760" cy="0"/>
          </a:xfrm>
          <a:prstGeom prst="line">
            <a:avLst/>
          </a:prstGeom>
          <a:noFill/>
          <a:ln w="15875">
            <a:solidFill>
              <a:srgbClr val="888888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2240280" y="2948940"/>
            <a:ext cx="365760" cy="-640080"/>
          </a:xfrm>
          <a:prstGeom prst="line">
            <a:avLst/>
          </a:prstGeom>
          <a:noFill/>
          <a:ln w="15875">
            <a:solidFill>
              <a:srgbClr val="888888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4480560" y="2308860"/>
            <a:ext cx="365760" cy="0"/>
          </a:xfrm>
          <a:prstGeom prst="line">
            <a:avLst/>
          </a:prstGeom>
          <a:noFill/>
          <a:ln w="15875">
            <a:solidFill>
              <a:srgbClr val="888888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6720840" y="2308860"/>
            <a:ext cx="365760" cy="-640080"/>
          </a:xfrm>
          <a:prstGeom prst="line">
            <a:avLst/>
          </a:prstGeom>
          <a:noFill/>
          <a:ln w="15875">
            <a:solidFill>
              <a:srgbClr val="888888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720840" y="2308860"/>
            <a:ext cx="365760" cy="0"/>
          </a:xfrm>
          <a:prstGeom prst="line">
            <a:avLst/>
          </a:prstGeom>
          <a:noFill/>
          <a:ln w="15875">
            <a:solidFill>
              <a:srgbClr val="888888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6720840" y="2308860"/>
            <a:ext cx="365760" cy="640080"/>
          </a:xfrm>
          <a:prstGeom prst="line">
            <a:avLst/>
          </a:prstGeom>
          <a:noFill/>
          <a:ln w="15875">
            <a:solidFill>
              <a:srgbClr val="888888"/>
            </a:solidFill>
            <a:prstDash val="solid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5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Markdown を一次データに据え、複数の入力源と複数の出力先をつなぐ「ハブ」構造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各レイヤーの詳細は 4 枚目以降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§1  背景と PoC のゴール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023360" cy="4114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現状の課題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CPC 関連の論文・ラボ情報が散在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/ 個別サイト / blog をまたぐ追跡コスト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日本語と英語のリソース連携が弱い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新規参入者が最初の足場を見つけにくい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4023360" cy="41148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 のゴール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6916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箇所に集約された CPC リソース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 / JA のバイリンガル提供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新着論文を継続的にキャプチャ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コミュニティ駆動 (OSS、Markdown 一次)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「最小構成で全体が動く」ことを実証する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§1  PoC のスコープ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023360" cy="41148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やること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論文 / ラボ / イベントの一覧 + 詳細ページ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 / JA 両言語切替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クライアントサイド全文検索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新着の自動発見 → GitHub Issue 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Notion DB → Markdown 同期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 共有ボタン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 / Bluesky への半自動投稿 (草稿生成)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051560"/>
            <a:ext cx="40233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やらないこと  (PoC スコープ外)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64592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認証・ユーザー管理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全文翻訳の自動化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カスタムビジュアルデザイン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アクセス解析・SEO 最適化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自動テスト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ニュースレター / X の完全自動配信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実コンテンツの大量投入 (Phase 後半)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§2  技術スタック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レイヤー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採用技術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選定理由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Astro 5 (SSG) + Tailwind CSS 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高速・SEO 良・i18n 標準対応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コンテンツ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Markdown + Astro Content Collections (glob loader)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ベンダーロックなし、git 管理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i18n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Astro 標準 i18n (en / ja)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prefixDefaultLocale で両言語明示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編集 UI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Notion DB → sync スクリプト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編集摩擦最小、multi-select で typed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ホスティング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Vercel (無料枠)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Astro 公式 preset、ゼロ設定で自動デプロイ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自動化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Python 3.11 + GitHub Actions cron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Issue / コミット を Action に集約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クライアントサイド全文検索 (PoC)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&lt;100 件は十分。後で Pagefind に置換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§3  データモデル ─ 3 つの Content Collection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英語が一次データ、日本語は補助フィールド (summary_ja / name_ja / description_ja)。全フィールドが Zod スキーマで型検証される。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papers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606040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title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authors[]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year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venue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arxiv_id?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doi?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url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abstract_en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summary_ja?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schools[] ★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methods[]?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date_added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contributor?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featured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463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labs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研究室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1965960"/>
            <a:ext cx="2606040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10312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name_en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name_ja?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institution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country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homepage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description_en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description_ja?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focus_areas[]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date_added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463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events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1965960"/>
            <a:ext cx="2606040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10312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title_en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title_ja?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type ★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date_start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date_end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language ★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location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url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description_en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description_ja?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date_added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  = optional      ★ = enum 制約 (Zod で固定)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§4  サイト構造と i18n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 構造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                        → /en/ にリダイレクト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/en/                     トップ (英語)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/en/papers/            一覧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/en/papers/{slug}/     詳細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/en/labs/              一覧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/en/labs/{slug}/       詳細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/en/events/            一覧 (Upcoming / Past)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/en/events/{slug}/     詳細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/en/search/            全文検索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/ja/  ...                同じ構造で日本語版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5216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i18n 戦略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0" y="137160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英語が一次、日本語は補助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summary_ja などが空なら英語版にフォールバック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「（英語のみ）」ラベルを薄く表示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Astro 標準 i18n (prefixDefaultLocale: true)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ヘッダー右の EN / JA で同パスの別言語版に飛ぶ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§4  検索と共有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全文検索 (PoC)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クライアントサイド substring 一致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タイトル / 著者 / タグ / 要約 / 場所など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Type フィルター (All / Papers / Labs / Events)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?q= 付き URL で共有 / ブックマーク可能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日本語も substring で動作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 件超えたら Pagefind に置換予定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共有ボタン (詳細ページ)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 (twitter intent URL)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Bluesky (compose intent URL)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リンクをコピー (Clipboard API + フォールバック)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認証不要 / バックエンド不要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プリフィル文: タイトル + 著者 + 年 + via @cpchub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5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訪問者起点の拡散 (共有ボタン) と運営起点の拡散 (X 自動投稿) を分離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§5  コンテンツフロー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系統の入力 → 単一の Markdown ストア → Astro でレンダリング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57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Notion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(編集者が日常的に追加)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1508760"/>
            <a:ext cx="1828800" cy="548640"/>
          </a:xfrm>
          <a:prstGeom prst="rect">
            <a:avLst/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notion_sync.py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(GitHub Actions cron)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31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(自動キャプチャ)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2331720"/>
            <a:ext cx="18288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arxiv_monitor.py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Issue 起票 → 人レビュー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 Form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(外部貢献者)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3154680"/>
            <a:ext cx="18288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3154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Auto PR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レビュー → マージ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1783080"/>
            <a:ext cx="822960" cy="0"/>
          </a:xfrm>
          <a:prstGeom prst="line">
            <a:avLst/>
          </a:prstGeom>
          <a:noFill/>
          <a:ln w="15875">
            <a:solidFill>
              <a:srgbClr val="888888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926080" y="2606040"/>
            <a:ext cx="822960" cy="0"/>
          </a:xfrm>
          <a:prstGeom prst="line">
            <a:avLst/>
          </a:prstGeom>
          <a:noFill/>
          <a:ln w="15875">
            <a:solidFill>
              <a:srgbClr val="888888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2926080" y="3429000"/>
            <a:ext cx="822960" cy="0"/>
          </a:xfrm>
          <a:prstGeom prst="line">
            <a:avLst/>
          </a:prstGeom>
          <a:noFill/>
          <a:ln w="15875">
            <a:solidFill>
              <a:srgbClr val="888888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126480" y="1508760"/>
            <a:ext cx="2468880" cy="2194560"/>
          </a:xfrm>
          <a:prstGeom prst="roundRect">
            <a:avLst>
              <a:gd name="adj" fmla="val 2500"/>
            </a:avLst>
          </a:prstGeom>
          <a:solidFill>
            <a:srgbClr val="2B579A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50876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content/*.md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E8EE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(一次データ)
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Astro build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Vercel deploy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77840" y="1783080"/>
            <a:ext cx="548640" cy="822960"/>
          </a:xfrm>
          <a:prstGeom prst="line">
            <a:avLst/>
          </a:prstGeom>
          <a:noFill/>
          <a:ln w="15875">
            <a:solidFill>
              <a:srgbClr val="88888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577840" y="2606040"/>
            <a:ext cx="548640" cy="0"/>
          </a:xfrm>
          <a:prstGeom prst="line">
            <a:avLst/>
          </a:prstGeom>
          <a:noFill/>
          <a:ln w="15875">
            <a:solidFill>
              <a:srgbClr val="88888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577840" y="3429000"/>
            <a:ext cx="548640" cy="-822960"/>
          </a:xfrm>
          <a:prstGeom prst="line">
            <a:avLst/>
          </a:prstGeom>
          <a:noFill/>
          <a:ln w="15875">
            <a:solidFill>
              <a:srgbClr val="888888"/>
            </a:solidFill>
            <a:prstDash val="solid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B5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Notion を主軸とした人手投入。arxiv 自動発見と Issue Form は補助系統。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§6  自動化と承認モデル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219456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スクリプト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頻度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承認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arxiv_monitor.py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日次 cron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GitHub Issue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人レビュー → 採否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link_checker.py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週次 cron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GitHub Issue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メンテナで対応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newsletter_draft.py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月次 manual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drafts/newsletter/*.md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編集者が編集後配信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x_post.py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週次 cron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草稿 + (承認後) X 投稿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Issue で人が ✓ → 投稿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notion_sync.py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日次 cron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content/*.md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Notion 側 Status=Published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703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承認モデル: ヒューマン・イン・ザ・ループ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完全自動化は採用しない (誤情報リスク)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発見 / 草稿生成は自動、最終発信は人が承認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 UI は GitHub Issue / Notion Status / Discord リアクション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Take-home Message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 Markdown を一次データに据え、複数の入力源と複数の出力先をつなぐ「ハブ構造」を最小実装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 英語一次 + 日本語補助 + フォールバック表示で、執筆コストを抑えつつバイリンガル化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 Notion 編集 + arxiv 自動発見 + 半自動 X 投稿で、研究者の発見 → 共有のサイクルを短縮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 PoC スコープを明示し、認証 / 検索高度化 / 全文翻訳などは段階的に追加する設計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参考リソース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CPC の学術的背景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Taniguchi, T., Yoshida, M., Matsui, Y., Le, N. C., Ueda, K., Hagiwara, Y., &amp; Taniguchi, A. (2024). Collective predictive coding hypothesis: Symbol emergence as decentralized Bayesian inference. </a:t>
            </a:r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Frontiers in Robotics and AI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, 11.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B57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https://doi.org/10.3389/frobt.2024.1353870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技術リソース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Astro 5 — https://docs.astro.build/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Astro Content Collections (glob loader) — https://docs.astro.build/en/guides/content-collections/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Tailwind CSS 3 — https://tailwindcss.com/docs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Notion API — https://developers.notion.com/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API — https://info.arxiv.org/help/api/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Pagefind (将来の検索) — https://pagefind.app/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Vercel — https://vercel.com/docs/frameworks/astro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5491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プロジェクト設計書: DESIGN.md (リポジトリ root)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2026-05-10T18:28:27Z</dcterms:created>
  <dcterms:modified xsi:type="dcterms:W3CDTF">2026-05-10T18:28:27Z</dcterms:modified>
</cp:coreProperties>
</file>